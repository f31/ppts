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officeDocument/2006/relationships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</p:presentation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__SHAPE_ID__"/>
          <p:cNvSpPr txBox="1"/>
          <p:nvPr/>
        </p:nvSpPr>
        <p:spPr>
          <a:xfrm>
            <a:off x="457200" y="457200"/>
            <a:ext cx="8534400" cy="500000"/>
          </a:xfrm>
          <a:prstGeom prst="rect">
            <a:avLst/>
          </a:prstGeom>
        </p:spPr>
        <p:txBody>
          <a:bodyPr/>
          <a:lstStyle/>
          <a:p>
            <a:r>
              <a:t>twenty pages long deck — page 1：PCIe 5.0 x16 / 64 GB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__SHAPE_ID__"/>
          <p:cNvSpPr txBox="1"/>
          <p:nvPr/>
        </p:nvSpPr>
        <p:spPr>
          <a:xfrm>
            <a:off x="457200" y="457200"/>
            <a:ext cx="8534400" cy="500000"/>
          </a:xfrm>
          <a:prstGeom prst="rect">
            <a:avLst/>
          </a:prstGeom>
        </p:spPr>
        <p:txBody>
          <a:bodyPr/>
          <a:lstStyle/>
          <a:p>
            <a:r>
              <a:t>twenty pages long deck — page 2：PCIe 5.0 x16 / 64 GB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__SHAPE_ID__"/>
          <p:cNvSpPr txBox="1"/>
          <p:nvPr/>
        </p:nvSpPr>
        <p:spPr>
          <a:xfrm>
            <a:off x="457200" y="457200"/>
            <a:ext cx="8534400" cy="500000"/>
          </a:xfrm>
          <a:prstGeom prst="rect">
            <a:avLst/>
          </a:prstGeom>
        </p:spPr>
        <p:txBody>
          <a:bodyPr/>
          <a:lstStyle/>
          <a:p>
            <a:r>
              <a:t>twenty pages long deck — page 3：PCIe 5.0 x16 / 64 GB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__SHAPE_ID__"/>
          <p:cNvSpPr txBox="1"/>
          <p:nvPr/>
        </p:nvSpPr>
        <p:spPr>
          <a:xfrm>
            <a:off x="457200" y="457200"/>
            <a:ext cx="8534400" cy="500000"/>
          </a:xfrm>
          <a:prstGeom prst="rect">
            <a:avLst/>
          </a:prstGeom>
        </p:spPr>
        <p:txBody>
          <a:bodyPr/>
          <a:lstStyle/>
          <a:p>
            <a:r>
              <a:t>twenty pages long deck — page 4：PCIe 5.0 x16 / 64 GB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__SHAPE_ID__"/>
          <p:cNvSpPr txBox="1"/>
          <p:nvPr/>
        </p:nvSpPr>
        <p:spPr>
          <a:xfrm>
            <a:off x="457200" y="457200"/>
            <a:ext cx="8534400" cy="500000"/>
          </a:xfrm>
          <a:prstGeom prst="rect">
            <a:avLst/>
          </a:prstGeom>
        </p:spPr>
        <p:txBody>
          <a:bodyPr/>
          <a:lstStyle/>
          <a:p>
            <a:r>
              <a:t>twenty pages long deck — page 5：PCIe 5.0 x16 / 64 GB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__SHAPE_ID__"/>
          <p:cNvSpPr txBox="1"/>
          <p:nvPr/>
        </p:nvSpPr>
        <p:spPr>
          <a:xfrm>
            <a:off x="457200" y="457200"/>
            <a:ext cx="8534400" cy="500000"/>
          </a:xfrm>
          <a:prstGeom prst="rect">
            <a:avLst/>
          </a:prstGeom>
        </p:spPr>
        <p:txBody>
          <a:bodyPr/>
          <a:lstStyle/>
          <a:p>
            <a:r>
              <a:t>twenty pages long deck — page 6：PCIe 5.0 x16 / 64 GB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__SHAPE_ID__"/>
          <p:cNvSpPr txBox="1"/>
          <p:nvPr/>
        </p:nvSpPr>
        <p:spPr>
          <a:xfrm>
            <a:off x="457200" y="457200"/>
            <a:ext cx="8534400" cy="500000"/>
          </a:xfrm>
          <a:prstGeom prst="rect">
            <a:avLst/>
          </a:prstGeom>
        </p:spPr>
        <p:txBody>
          <a:bodyPr/>
          <a:lstStyle/>
          <a:p>
            <a:r>
              <a:t>twenty pages long deck — page 7：PCIe 5.0 x16 / 64 GB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__SHAPE_ID__"/>
          <p:cNvSpPr txBox="1"/>
          <p:nvPr/>
        </p:nvSpPr>
        <p:spPr>
          <a:xfrm>
            <a:off x="457200" y="457200"/>
            <a:ext cx="8534400" cy="500000"/>
          </a:xfrm>
          <a:prstGeom prst="rect">
            <a:avLst/>
          </a:prstGeom>
        </p:spPr>
        <p:txBody>
          <a:bodyPr/>
          <a:lstStyle/>
          <a:p>
            <a:r>
              <a:t>twenty pages long deck — page 8：PCIe 5.0 x16 / 64 GB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__SHAPE_ID__"/>
          <p:cNvSpPr txBox="1"/>
          <p:nvPr/>
        </p:nvSpPr>
        <p:spPr>
          <a:xfrm>
            <a:off x="457200" y="457200"/>
            <a:ext cx="8534400" cy="500000"/>
          </a:xfrm>
          <a:prstGeom prst="rect">
            <a:avLst/>
          </a:prstGeom>
        </p:spPr>
        <p:txBody>
          <a:bodyPr/>
          <a:lstStyle/>
          <a:p>
            <a:r>
              <a:t>twenty pages long deck — page 9：PCIe 5.0 x16 / 64 GB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__SHAPE_ID__"/>
          <p:cNvSpPr txBox="1"/>
          <p:nvPr/>
        </p:nvSpPr>
        <p:spPr>
          <a:xfrm>
            <a:off x="457200" y="457200"/>
            <a:ext cx="8534400" cy="500000"/>
          </a:xfrm>
          <a:prstGeom prst="rect">
            <a:avLst/>
          </a:prstGeom>
        </p:spPr>
        <p:txBody>
          <a:bodyPr/>
          <a:lstStyle/>
          <a:p>
            <a:r>
              <a:t>twenty pages long deck — page 10：PCIe 5.0 x16 / 64 GB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__SHAPE_ID__"/>
          <p:cNvSpPr txBox="1"/>
          <p:nvPr/>
        </p:nvSpPr>
        <p:spPr>
          <a:xfrm>
            <a:off x="457200" y="457200"/>
            <a:ext cx="8534400" cy="500000"/>
          </a:xfrm>
          <a:prstGeom prst="rect">
            <a:avLst/>
          </a:prstGeom>
        </p:spPr>
        <p:txBody>
          <a:bodyPr/>
          <a:lstStyle/>
          <a:p>
            <a:r>
              <a:t>twenty pages long deck — page 11：PCIe 5.0 x16 / 64 GB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__SHAPE_ID__"/>
          <p:cNvSpPr txBox="1"/>
          <p:nvPr/>
        </p:nvSpPr>
        <p:spPr>
          <a:xfrm>
            <a:off x="457200" y="457200"/>
            <a:ext cx="8534400" cy="500000"/>
          </a:xfrm>
          <a:prstGeom prst="rect">
            <a:avLst/>
          </a:prstGeom>
        </p:spPr>
        <p:txBody>
          <a:bodyPr/>
          <a:lstStyle/>
          <a:p>
            <a:r>
              <a:t>twenty pages long deck — page 12：PCIe 5.0 x16 / 64 GB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__SHAPE_ID__"/>
          <p:cNvSpPr txBox="1"/>
          <p:nvPr/>
        </p:nvSpPr>
        <p:spPr>
          <a:xfrm>
            <a:off x="457200" y="457200"/>
            <a:ext cx="8534400" cy="500000"/>
          </a:xfrm>
          <a:prstGeom prst="rect">
            <a:avLst/>
          </a:prstGeom>
        </p:spPr>
        <p:txBody>
          <a:bodyPr/>
          <a:lstStyle/>
          <a:p>
            <a:r>
              <a:t>twenty pages long deck — page 13：PCIe 5.0 x16 / 64 GB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__SHAPE_ID__"/>
          <p:cNvSpPr txBox="1"/>
          <p:nvPr/>
        </p:nvSpPr>
        <p:spPr>
          <a:xfrm>
            <a:off x="457200" y="457200"/>
            <a:ext cx="8534400" cy="500000"/>
          </a:xfrm>
          <a:prstGeom prst="rect">
            <a:avLst/>
          </a:prstGeom>
        </p:spPr>
        <p:txBody>
          <a:bodyPr/>
          <a:lstStyle/>
          <a:p>
            <a:r>
              <a:t>twenty pages long deck — page 14：PCIe 5.0 x16 / 64 GB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__SHAPE_ID__"/>
          <p:cNvSpPr txBox="1"/>
          <p:nvPr/>
        </p:nvSpPr>
        <p:spPr>
          <a:xfrm>
            <a:off x="457200" y="457200"/>
            <a:ext cx="8534400" cy="500000"/>
          </a:xfrm>
          <a:prstGeom prst="rect">
            <a:avLst/>
          </a:prstGeom>
        </p:spPr>
        <p:txBody>
          <a:bodyPr/>
          <a:lstStyle/>
          <a:p>
            <a:r>
              <a:t>twenty pages long deck — page 15：PCIe 5.0 x16 / 64 GB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__SHAPE_ID__"/>
          <p:cNvSpPr txBox="1"/>
          <p:nvPr/>
        </p:nvSpPr>
        <p:spPr>
          <a:xfrm>
            <a:off x="457200" y="457200"/>
            <a:ext cx="8534400" cy="500000"/>
          </a:xfrm>
          <a:prstGeom prst="rect">
            <a:avLst/>
          </a:prstGeom>
        </p:spPr>
        <p:txBody>
          <a:bodyPr/>
          <a:lstStyle/>
          <a:p>
            <a:r>
              <a:t>twenty pages long deck — page 16：PCIe 5.0 x16 / 64 GB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__SHAPE_ID__"/>
          <p:cNvSpPr txBox="1"/>
          <p:nvPr/>
        </p:nvSpPr>
        <p:spPr>
          <a:xfrm>
            <a:off x="457200" y="457200"/>
            <a:ext cx="8534400" cy="500000"/>
          </a:xfrm>
          <a:prstGeom prst="rect">
            <a:avLst/>
          </a:prstGeom>
        </p:spPr>
        <p:txBody>
          <a:bodyPr/>
          <a:lstStyle/>
          <a:p>
            <a:r>
              <a:t>twenty pages long deck — page 17：PCIe 5.0 x16 / 64 GB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__SHAPE_ID__"/>
          <p:cNvSpPr txBox="1"/>
          <p:nvPr/>
        </p:nvSpPr>
        <p:spPr>
          <a:xfrm>
            <a:off x="457200" y="457200"/>
            <a:ext cx="8534400" cy="500000"/>
          </a:xfrm>
          <a:prstGeom prst="rect">
            <a:avLst/>
          </a:prstGeom>
        </p:spPr>
        <p:txBody>
          <a:bodyPr/>
          <a:lstStyle/>
          <a:p>
            <a:r>
              <a:t>twenty pages long deck — page 18：PCIe 5.0 x16 / 64 GB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__SHAPE_ID__"/>
          <p:cNvSpPr txBox="1"/>
          <p:nvPr/>
        </p:nvSpPr>
        <p:spPr>
          <a:xfrm>
            <a:off x="457200" y="457200"/>
            <a:ext cx="8534400" cy="500000"/>
          </a:xfrm>
          <a:prstGeom prst="rect">
            <a:avLst/>
          </a:prstGeom>
        </p:spPr>
        <p:txBody>
          <a:bodyPr/>
          <a:lstStyle/>
          <a:p>
            <a:r>
              <a:t>twenty pages long deck — page 19：PCIe 5.0 x16 / 64 GB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__SHAPE_ID__"/>
          <p:cNvSpPr txBox="1"/>
          <p:nvPr/>
        </p:nvSpPr>
        <p:spPr>
          <a:xfrm>
            <a:off x="457200" y="457200"/>
            <a:ext cx="8534400" cy="500000"/>
          </a:xfrm>
          <a:prstGeom prst="rect">
            <a:avLst/>
          </a:prstGeom>
        </p:spPr>
        <p:txBody>
          <a:bodyPr/>
          <a:lstStyle/>
          <a:p>
            <a:r>
              <a:t>twenty pages long deck — page 20：PCIe 5.0 x16 / 64 GB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o-pptx">
  <a:themeElements>
    <a:clrScheme name="go-pptx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go-pptx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go-pptx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go-pptx</Application>
</Properties>
</file>

<file path=docProps/core.xml><?xml version="1.0" encoding="utf-8"?>
<cp:coreProperties xmlns:cp="http://schemas.openxmlformats.org/package/2006/metadata/core-properties" xmlns:dc="http://purl.org/dc/elements/1.1/">
  <dc:creator>go-pptx</dc:creator>
</cp:coreProperties>
</file>