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notesMaster2.xml" ContentType="application/vnd.openxmlformats-officedocument.presentationml.notesMaster+xml"/>
  <Override PartName="/ppt/notesMasters/notesMaster3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  <p:sldId id="257" r:id="rId4"/>
    <p:sldId id="258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_rels/notes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Master" Target="../slideMasters/slideMaster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3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1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2 页备注：测试讲稿，数字 64 与 5.0 为专业术语。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 idx="1"/>
          </p:nvPr>
        </p:nvSpPr>
        <p:spPr/>
        <p:txBody>
          <a:bodyPr/>
          <a:p>
            <a:r>
              <a:t>第 3 页备注：测试讲稿，数字 64 与 5.0 为专业术语。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three pages with notes only second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three pages with notes only second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three pages with notes only second — page 3：PCIe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