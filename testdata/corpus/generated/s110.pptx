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notesMaster10.xml" ContentType="application/vnd.openxmlformats-officedocument.presentationml.notesMaster+xml"/>
  <Override PartName="/ppt/notesMasters/notesMaster11.xml" ContentType="application/vnd.openxmlformats-officedocument.presentationml.notesMaster+xml"/>
  <Override PartName="/ppt/notesMasters/notesMaster12.xml" ContentType="application/vnd.openxmlformats-officedocument.presentationml.notesMaster+xml"/>
  <Override PartName="/ppt/notesMasters/notesMaster13.xml" ContentType="application/vnd.openxmlformats-officedocument.presentationml.notesMaster+xml"/>
  <Override PartName="/ppt/notesMasters/notesMaster14.xml" ContentType="application/vnd.openxmlformats-officedocument.presentationml.notesMaster+xml"/>
  <Override PartName="/ppt/notesMasters/notesMaster15.xml" ContentType="application/vnd.openxmlformats-officedocument.presentationml.notesMaster+xml"/>
  <Override PartName="/ppt/notesMasters/notesMaster2.xml" ContentType="application/vnd.openxmlformats-officedocument.presentationml.notesMaster+xml"/>
  <Override PartName="/ppt/notesMasters/notesMaster3.xml" ContentType="application/vnd.openxmlformats-officedocument.presentationml.notesMaster+xml"/>
  <Override PartName="/ppt/notesMasters/notesMaster4.xml" ContentType="application/vnd.openxmlformats-officedocument.presentationml.notesMaster+xml"/>
  <Override PartName="/ppt/notesMasters/notesMaster5.xml" ContentType="application/vnd.openxmlformats-officedocument.presentationml.notesMaster+xml"/>
  <Override PartName="/ppt/notesMasters/notesMaster6.xml" ContentType="application/vnd.openxmlformats-officedocument.presentationml.notesMaster+xml"/>
  <Override PartName="/ppt/notesMasters/notesMaster7.xml" ContentType="application/vnd.openxmlformats-officedocument.presentationml.notesMaster+xml"/>
  <Override PartName="/ppt/notesMasters/notesMaster8.xml" ContentType="application/vnd.openxmlformats-officedocument.presentationml.notesMaster+xml"/>
  <Override PartName="/ppt/notesMasters/notesMaster9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officeDocument/2006/relationships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  <p:sldId id="257" r:id="rId4"/>
    <p:sldId id="258" r:id="rId6"/>
    <p:sldId id="259" r:id="rId8"/>
    <p:sldId id="260" r:id="rId10"/>
    <p:sldId id="261" r:id="rId12"/>
    <p:sldId id="262" r:id="rId14"/>
    <p:sldId id="263" r:id="rId16"/>
    <p:sldId id="264" r:id="rId18"/>
    <p:sldId id="265" r:id="rId20"/>
    <p:sldId id="266" r:id="rId22"/>
    <p:sldId id="267" r:id="rId24"/>
    <p:sldId id="268" r:id="rId26"/>
    <p:sldId id="269" r:id="rId28"/>
    <p:sldId id="270" r:id="rId30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5" Type="http://schemas.openxmlformats.org/officeDocument/2006/relationships/notesMaster" Target="notesMasters/notesMaster2.xml"/><Relationship Id="rId6" Type="http://schemas.openxmlformats.org/officeDocument/2006/relationships/slide" Target="slides/slide3.xml"/><Relationship Id="rId7" Type="http://schemas.openxmlformats.org/officeDocument/2006/relationships/notesMaster" Target="notesMasters/notesMaster3.xml"/><Relationship Id="rId8" Type="http://schemas.openxmlformats.org/officeDocument/2006/relationships/slide" Target="slides/slide4.xml"/><Relationship Id="rId9" Type="http://schemas.openxmlformats.org/officeDocument/2006/relationships/notesMaster" Target="notesMasters/notesMaster4.xml"/><Relationship Id="rId10" Type="http://schemas.openxmlformats.org/officeDocument/2006/relationships/slide" Target="slides/slide5.xml"/><Relationship Id="rId11" Type="http://schemas.openxmlformats.org/officeDocument/2006/relationships/notesMaster" Target="notesMasters/notesMaster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6.xml"/><Relationship Id="rId14" Type="http://schemas.openxmlformats.org/officeDocument/2006/relationships/slide" Target="slides/slide7.xml"/><Relationship Id="rId15" Type="http://schemas.openxmlformats.org/officeDocument/2006/relationships/notesMaster" Target="notesMasters/notesMaster7.xml"/><Relationship Id="rId16" Type="http://schemas.openxmlformats.org/officeDocument/2006/relationships/slide" Target="slides/slide8.xml"/><Relationship Id="rId17" Type="http://schemas.openxmlformats.org/officeDocument/2006/relationships/notesMaster" Target="notesMasters/notesMaster8.xml"/><Relationship Id="rId18" Type="http://schemas.openxmlformats.org/officeDocument/2006/relationships/slide" Target="slides/slide9.xml"/><Relationship Id="rId19" Type="http://schemas.openxmlformats.org/officeDocument/2006/relationships/notesMaster" Target="notesMasters/notesMaster9.xml"/><Relationship Id="rId20" Type="http://schemas.openxmlformats.org/officeDocument/2006/relationships/slide" Target="slides/slide10.xml"/><Relationship Id="rId21" Type="http://schemas.openxmlformats.org/officeDocument/2006/relationships/notesMaster" Target="notesMasters/notesMaster10.xml"/><Relationship Id="rId22" Type="http://schemas.openxmlformats.org/officeDocument/2006/relationships/slide" Target="slides/slide11.xml"/><Relationship Id="rId23" Type="http://schemas.openxmlformats.org/officeDocument/2006/relationships/notesMaster" Target="notesMasters/notesMaster11.xml"/><Relationship Id="rId24" Type="http://schemas.openxmlformats.org/officeDocument/2006/relationships/slide" Target="slides/slide12.xml"/><Relationship Id="rId25" Type="http://schemas.openxmlformats.org/officeDocument/2006/relationships/notesMaster" Target="notesMasters/notesMaster12.xml"/><Relationship Id="rId26" Type="http://schemas.openxmlformats.org/officeDocument/2006/relationships/slide" Target="slides/slide13.xml"/><Relationship Id="rId27" Type="http://schemas.openxmlformats.org/officeDocument/2006/relationships/notesMaster" Target="notesMasters/notesMaster13.xml"/><Relationship Id="rId28" Type="http://schemas.openxmlformats.org/officeDocument/2006/relationships/slide" Target="slides/slide14.xml"/><Relationship Id="rId29" Type="http://schemas.openxmlformats.org/officeDocument/2006/relationships/notesMaster" Target="notesMasters/notesMaster14.xml"/><Relationship Id="rId30" Type="http://schemas.openxmlformats.org/officeDocument/2006/relationships/slide" Target="slides/slide15.xml"/><Relationship Id="rId31" Type="http://schemas.openxmlformats.org/officeDocument/2006/relationships/notesMaster" Target="notesMasters/notesMaster1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Master" Target="../slideMasters/slideMaster1.xml"/></Relationships>
</file>

<file path=ppt/notesMasters/_rels/notes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Master" Target="../slideMasters/slideMaster1.xml"/></Relationships>
</file>

<file path=ppt/notesMasters/_rels/notesMaster3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Master" Target="../slideMasters/slideMaster1.xml"/></Relationships>
</file>

<file path=ppt/notesMasters/_rels/notesMaster4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Master" Target="../slideMasters/slideMaster1.xml"/></Relationships>
</file>

<file path=ppt/notesMasters/_rels/notesMaster5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Master" Target="../slideMasters/slideMaster1.xml"/></Relationships>
</file>

<file path=ppt/notesMasters/_rels/notesMaster6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Master" Target="../slideMasters/slideMaster1.xml"/></Relationships>
</file>

<file path=ppt/notesMasters/_rels/notesMaster7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Master" Target="../slideMasters/slideMaster1.xml"/></Relationships>
</file>

<file path=ppt/notesMasters/_rels/notesMaster8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Master" Target="../slideMasters/slideMaster1.xml"/></Relationships>
</file>

<file path=ppt/notesMasters/_rels/notesMaster9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Master" Target="../slideMasters/slideMaster1.xml"/></Relationships>
</file>

<file path=ppt/notesMasters/_rels/notesMaster10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Master" Target="../slideMasters/slideMaster1.xml"/></Relationships>
</file>

<file path=ppt/notesMasters/_rels/notesMaster1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Master" Target="../slideMasters/slideMaster1.xml"/></Relationships>
</file>

<file path=ppt/notesMasters/_rels/notesMaster12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Master" Target="../slideMasters/slideMaster1.xml"/></Relationships>
</file>

<file path=ppt/notesMasters/_rels/notesMaster13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Master" Target="../slideMasters/slideMaster1.xml"/></Relationships>
</file>

<file path=ppt/notesMasters/_rels/notesMaster14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Master" Target="../slideMasters/slideMaster1.xml"/></Relationships>
</file>

<file path=ppt/notesMasters/_rels/notesMaster15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Master" Target="../slideMasters/slideMaster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Masters/notesMaster2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Masters/notesMaster3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Masters/notesMaster4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Masters/notesMaster5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Masters/notesMaster6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Masters/notesMaster7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Masters/notesMaster8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Masters/notesMaster9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Masters/notesMaster10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Masters/notesMaster1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Masters/notesMaster12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Masters/notesMaster13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Masters/notesMaster14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Masters/notesMaster15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2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3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4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5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6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7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8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9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0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2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3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4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5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Body"/>
          <p:cNvSpPr/>
          <p:nvPr>
            <p:ph type="body" idx="1"/>
          </p:nvPr>
        </p:nvSpPr>
        <p:spPr/>
        <p:txBody>
          <a:bodyPr/>
          <a:p>
            <a:r>
              <a:t>第 1 页备注：测试讲稿，数字 64 与 5.0 为专业术语。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Body"/>
          <p:cNvSpPr/>
          <p:nvPr>
            <p:ph type="body" idx="1"/>
          </p:nvPr>
        </p:nvSpPr>
        <p:spPr/>
        <p:txBody>
          <a:bodyPr/>
          <a:p>
            <a:r>
              <a:t>第 2 页备注：测试讲稿，数字 64 与 5.0 为专业术语。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Body"/>
          <p:cNvSpPr/>
          <p:nvPr>
            <p:ph type="body" idx="1"/>
          </p:nvPr>
        </p:nvSpPr>
        <p:spPr/>
        <p:txBody>
          <a:bodyPr/>
          <a:p>
            <a:r>
              <a:t>第 3 页备注：测试讲稿，数字 64 与 5.0 为专业术语。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Body"/>
          <p:cNvSpPr/>
          <p:nvPr>
            <p:ph type="body" idx="1"/>
          </p:nvPr>
        </p:nvSpPr>
        <p:spPr/>
        <p:txBody>
          <a:bodyPr/>
          <a:p>
            <a:r>
              <a:t>第 4 页备注：测试讲稿，数字 64 与 5.0 为专业术语。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Body"/>
          <p:cNvSpPr/>
          <p:nvPr>
            <p:ph type="body" idx="1"/>
          </p:nvPr>
        </p:nvSpPr>
        <p:spPr/>
        <p:txBody>
          <a:bodyPr/>
          <a:p>
            <a:r>
              <a:t>第 5 页备注：测试讲稿，数字 64 与 5.0 为专业术语。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Body"/>
          <p:cNvSpPr/>
          <p:nvPr>
            <p:ph type="body" idx="1"/>
          </p:nvPr>
        </p:nvSpPr>
        <p:spPr/>
        <p:txBody>
          <a:bodyPr/>
          <a:p>
            <a:r>
              <a:t>第 6 页备注：测试讲稿，数字 64 与 5.0 为专业术语。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Body"/>
          <p:cNvSpPr/>
          <p:nvPr>
            <p:ph type="body" idx="1"/>
          </p:nvPr>
        </p:nvSpPr>
        <p:spPr/>
        <p:txBody>
          <a:bodyPr/>
          <a:p>
            <a:r>
              <a:t>第 7 页备注：测试讲稿，数字 64 与 5.0 为专业术语。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Body"/>
          <p:cNvSpPr/>
          <p:nvPr>
            <p:ph type="body" idx="1"/>
          </p:nvPr>
        </p:nvSpPr>
        <p:spPr/>
        <p:txBody>
          <a:bodyPr/>
          <a:p>
            <a:r>
              <a:t>第 8 页备注：测试讲稿，数字 64 与 5.0 为专业术语。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Body"/>
          <p:cNvSpPr/>
          <p:nvPr>
            <p:ph type="body" idx="1"/>
          </p:nvPr>
        </p:nvSpPr>
        <p:spPr/>
        <p:txBody>
          <a:bodyPr/>
          <a:p>
            <a:r>
              <a:t>第 9 页备注：测试讲稿，数字 64 与 5.0 为专业术语。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Body"/>
          <p:cNvSpPr/>
          <p:nvPr>
            <p:ph type="body" idx="1"/>
          </p:nvPr>
        </p:nvSpPr>
        <p:spPr/>
        <p:txBody>
          <a:bodyPr/>
          <a:p>
            <a:r>
              <a:t>第 10 页备注：测试讲稿，数字 64 与 5.0 为专业术语。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Body"/>
          <p:cNvSpPr/>
          <p:nvPr>
            <p:ph type="body" idx="1"/>
          </p:nvPr>
        </p:nvSpPr>
        <p:spPr/>
        <p:txBody>
          <a:bodyPr/>
          <a:p>
            <a:r>
              <a:t>第 11 页备注：测试讲稿，数字 64 与 5.0 为专业术语。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Body"/>
          <p:cNvSpPr/>
          <p:nvPr>
            <p:ph type="body" idx="1"/>
          </p:nvPr>
        </p:nvSpPr>
        <p:spPr/>
        <p:txBody>
          <a:bodyPr/>
          <a:p>
            <a:r>
              <a:t>第 12 页备注：测试讲稿，数字 64 与 5.0 为专业术语。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Body"/>
          <p:cNvSpPr/>
          <p:nvPr>
            <p:ph type="body" idx="1"/>
          </p:nvPr>
        </p:nvSpPr>
        <p:spPr/>
        <p:txBody>
          <a:bodyPr/>
          <a:p>
            <a:r>
              <a:t>第 13 页备注：测试讲稿，数字 64 与 5.0 为专业术语。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Body"/>
          <p:cNvSpPr/>
          <p:nvPr>
            <p:ph type="body" idx="1"/>
          </p:nvPr>
        </p:nvSpPr>
        <p:spPr/>
        <p:txBody>
          <a:bodyPr/>
          <a:p>
            <a:r>
              <a:t>第 14 页备注：测试讲稿，数字 64 与 5.0 为专业术语。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Body"/>
          <p:cNvSpPr/>
          <p:nvPr>
            <p:ph type="body" idx="1"/>
          </p:nvPr>
        </p:nvSpPr>
        <p:spPr/>
        <p:txBody>
          <a:bodyPr/>
          <a:p>
            <a:r>
              <a:t>第 15 页备注：测试讲稿，数字 64 与 5.0 为专业术语。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fifteen pages notes entities — page 1：PCIe 5.0 x16 / 64 GB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fifteen pages notes entities — page 2：PCIe 5.0 x16 / 64 GB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fifteen pages notes entities — page 3：PCIe 5.0 x16 / 64 GB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fifteen pages notes entities — page 4：PCIe 5.0 x16 / 64 GB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fifteen pages notes entities — page 5：PCIe 5.0 x16 / 64 GB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fifteen pages notes entities — page 6：PCIe 5.0 x16 / 64 GB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fifteen pages notes entities — page 7：PCIe 5.0 x16 / 64 GB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fifteen pages notes entities — page 8：PCIe 5.0 x16 / 64 GB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fifteen pages notes entities — page 9：PCIe 5.0 x16 / 64 GB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fifteen pages notes entities — page 10：PCIe 5.0 x16 / 64 GB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fifteen pages notes entities — page 11：PCIe 5.0 x16 / 64 GB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fifteen pages notes entities — page 12：PCIe 5.0 x16 / 64 GB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fifteen pages notes entities — page 13：PCIe 5.0 x16 / 64 GB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fifteen pages notes entities — page 14：PCIe 5.0 x16 / 64 GB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fifteen pages notes entities — page 15：PCIe 5.0 x16 / 64 GB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o-pptx">
  <a:themeElements>
    <a:clrScheme name="go-pptx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o-pptx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go-ppt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go-pptx</Application>
</Properties>
</file>

<file path=docProps/core.xml><?xml version="1.0" encoding="utf-8"?>
<cp:coreProperties xmlns:cp="http://schemas.openxmlformats.org/package/2006/metadata/core-properties" xmlns:dc="http://purl.org/dc/elements/1.1/">
  <dc:creator>go-pptx</dc:creator>
</cp:coreProperties>
</file>