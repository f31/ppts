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officeDocument/2006/relationships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two pages english+chinese — page 1：PCIe 5.0 x16 / 64 GB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two pages english+chinese — page 2：PCIe 5.0 x16 / 64 GB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o-pptx">
  <a:themeElements>
    <a:clrScheme name="go-pptx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o-pptx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go-ppt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go-pptx</Application>
</Properties>
</file>

<file path=docProps/core.xml><?xml version="1.0" encoding="utf-8"?>
<cp:coreProperties xmlns:cp="http://schemas.openxmlformats.org/package/2006/metadata/core-properties" xmlns:dc="http://purl.org/dc/elements/1.1/">
  <dc:creator>go-pptx</dc:creator>
</cp:coreProperties>
</file>