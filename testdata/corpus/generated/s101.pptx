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notesMaster2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2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2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2 页备注：测试讲稿，数字 64 与 5.0 为专业术语。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two pages with notes — page 1：PCIe 5.0 x16 / 64 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two pages with notes — page 2：PCIe 5.0 x16 / 64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