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notesMaster10.xml" ContentType="application/vnd.openxmlformats-officedocument.presentationml.notesMaster+xml"/>
  <Override PartName="/ppt/notesMasters/notesMaster2.xml" ContentType="application/vnd.openxmlformats-officedocument.presentationml.notesMaster+xml"/>
  <Override PartName="/ppt/notesMasters/notesMaster3.xml" ContentType="application/vnd.openxmlformats-officedocument.presentationml.notesMaster+xml"/>
  <Override PartName="/ppt/notesMasters/notesMaster4.xml" ContentType="application/vnd.openxmlformats-officedocument.presentationml.notesMaster+xml"/>
  <Override PartName="/ppt/notesMasters/notesMaster5.xml" ContentType="application/vnd.openxmlformats-officedocument.presentationml.notesMaster+xml"/>
  <Override PartName="/ppt/notesMasters/notesMaster6.xml" ContentType="application/vnd.openxmlformats-officedocument.presentationml.notesMaster+xml"/>
  <Override PartName="/ppt/notesMasters/notesMaster7.xml" ContentType="application/vnd.openxmlformats-officedocument.presentationml.notesMaster+xml"/>
  <Override PartName="/ppt/notesMasters/notesMaster8.xml" ContentType="application/vnd.openxmlformats-officedocument.presentationml.notesMaster+xml"/>
  <Override PartName="/ppt/notesMasters/notesMaster9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4"/>
    <p:sldId id="258" r:id="rId6"/>
    <p:sldId id="259" r:id="rId8"/>
    <p:sldId id="260" r:id="rId10"/>
    <p:sldId id="261" r:id="rId12"/>
    <p:sldId id="262" r:id="rId14"/>
    <p:sldId id="263" r:id="rId16"/>
    <p:sldId id="264" r:id="rId18"/>
    <p:sldId id="265" r:id="rId20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7.xml"/><Relationship Id="rId16" Type="http://schemas.openxmlformats.org/officeDocument/2006/relationships/slide" Target="slides/slide8.xml"/><Relationship Id="rId17" Type="http://schemas.openxmlformats.org/officeDocument/2006/relationships/notesMaster" Target="notesMasters/notesMaster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9.xml"/><Relationship Id="rId20" Type="http://schemas.openxmlformats.org/officeDocument/2006/relationships/slide" Target="slides/slide10.xml"/><Relationship Id="rId21" Type="http://schemas.openxmlformats.org/officeDocument/2006/relationships/notesMaster" Target="notesMasters/notesMaster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4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5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6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7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8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9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2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3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4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5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6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7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8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9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0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2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3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4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5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6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7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8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9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10 页备注：测试讲稿，数字 64 与 5.0 为专业术语。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3：PCIe 5.0 x16 / 64 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4：PCIe 5.0 x16 / 64 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5：PCIe 5.0 x16 / 64 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6：PCIe 5.0 x16 / 64 GB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7：PCIe 5.0 x16 / 64 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8：PCIe 5.0 x16 / 64 GB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9：PCIe 5.0 x16 / 64 GB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ten pages mixed notes — page 10：PCIe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