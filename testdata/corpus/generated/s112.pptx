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notesMaster10.xml" ContentType="application/vnd.openxmlformats-officedocument.presentationml.notesMaster+xml"/>
  <Override PartName="/ppt/notesMasters/notesMaster11.xml" ContentType="application/vnd.openxmlformats-officedocument.presentationml.notesMaster+xml"/>
  <Override PartName="/ppt/notesMasters/notesMaster12.xml" ContentType="application/vnd.openxmlformats-officedocument.presentationml.notesMaster+xml"/>
  <Override PartName="/ppt/notesMasters/notesMaster13.xml" ContentType="application/vnd.openxmlformats-officedocument.presentationml.notesMaster+xml"/>
  <Override PartName="/ppt/notesMasters/notesMaster14.xml" ContentType="application/vnd.openxmlformats-officedocument.presentationml.notesMaster+xml"/>
  <Override PartName="/ppt/notesMasters/notesMaster15.xml" ContentType="application/vnd.openxmlformats-officedocument.presentationml.notesMaster+xml"/>
  <Override PartName="/ppt/notesMasters/notesMaster2.xml" ContentType="application/vnd.openxmlformats-officedocument.presentationml.notesMaster+xml"/>
  <Override PartName="/ppt/notesMasters/notesMaster3.xml" ContentType="application/vnd.openxmlformats-officedocument.presentationml.notesMaster+xml"/>
  <Override PartName="/ppt/notesMasters/notesMaster4.xml" ContentType="application/vnd.openxmlformats-officedocument.presentationml.notesMaster+xml"/>
  <Override PartName="/ppt/notesMasters/notesMaster5.xml" ContentType="application/vnd.openxmlformats-officedocument.presentationml.notesMaster+xml"/>
  <Override PartName="/ppt/notesMasters/notesMaster6.xml" ContentType="application/vnd.openxmlformats-officedocument.presentationml.notesMaster+xml"/>
  <Override PartName="/ppt/notesMasters/notesMaster7.xml" ContentType="application/vnd.openxmlformats-officedocument.presentationml.notesMaster+xml"/>
  <Override PartName="/ppt/notesMasters/notesMaster8.xml" ContentType="application/vnd.openxmlformats-officedocument.presentationml.notesMaster+xml"/>
  <Override PartName="/ppt/notesMasters/notesMaster9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4"/>
    <p:sldId id="258" r:id="rId6"/>
    <p:sldId id="259" r:id="rId8"/>
    <p:sldId id="260" r:id="rId10"/>
    <p:sldId id="261" r:id="rId12"/>
    <p:sldId id="262" r:id="rId14"/>
    <p:sldId id="263" r:id="rId16"/>
    <p:sldId id="264" r:id="rId18"/>
    <p:sldId id="265" r:id="rId20"/>
    <p:sldId id="266" r:id="rId22"/>
    <p:sldId id="267" r:id="rId24"/>
    <p:sldId id="268" r:id="rId26"/>
    <p:sldId id="269" r:id="rId28"/>
    <p:sldId id="270" r:id="rId30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7.xml"/><Relationship Id="rId16" Type="http://schemas.openxmlformats.org/officeDocument/2006/relationships/slide" Target="slides/slide8.xml"/><Relationship Id="rId17" Type="http://schemas.openxmlformats.org/officeDocument/2006/relationships/notesMaster" Target="notesMasters/notesMaster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9.xml"/><Relationship Id="rId20" Type="http://schemas.openxmlformats.org/officeDocument/2006/relationships/slide" Target="slides/slide10.xml"/><Relationship Id="rId21" Type="http://schemas.openxmlformats.org/officeDocument/2006/relationships/notesMaster" Target="notesMasters/notesMaster10.xml"/><Relationship Id="rId22" Type="http://schemas.openxmlformats.org/officeDocument/2006/relationships/slide" Target="slides/slide11.xml"/><Relationship Id="rId23" Type="http://schemas.openxmlformats.org/officeDocument/2006/relationships/notesMaster" Target="notesMasters/notesMaster11.xml"/><Relationship Id="rId24" Type="http://schemas.openxmlformats.org/officeDocument/2006/relationships/slide" Target="slides/slide12.xml"/><Relationship Id="rId25" Type="http://schemas.openxmlformats.org/officeDocument/2006/relationships/notesMaster" Target="notesMasters/notesMaster12.xml"/><Relationship Id="rId26" Type="http://schemas.openxmlformats.org/officeDocument/2006/relationships/slide" Target="slides/slide13.xml"/><Relationship Id="rId27" Type="http://schemas.openxmlformats.org/officeDocument/2006/relationships/notesMaster" Target="notesMasters/notesMaster13.xml"/><Relationship Id="rId28" Type="http://schemas.openxmlformats.org/officeDocument/2006/relationships/slide" Target="slides/slide14.xml"/><Relationship Id="rId29" Type="http://schemas.openxmlformats.org/officeDocument/2006/relationships/notesMaster" Target="notesMasters/notesMaster14.xml"/><Relationship Id="rId30" Type="http://schemas.openxmlformats.org/officeDocument/2006/relationships/slide" Target="slides/slide15.xml"/><Relationship Id="rId31" Type="http://schemas.openxmlformats.org/officeDocument/2006/relationships/notesMaster" Target="notesMasters/notesMaster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5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6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7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8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9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5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2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3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4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5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6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7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8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9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0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2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3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4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5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2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3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4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5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6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7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8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9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10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12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13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14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15 页备注：测试讲稿，数字 64 与 5.0 为专业术语。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4：PCIe 5.0 x16 / 64 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5：PCIe 5.0 x16 / 64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6：PCIe 5.0 x16 / 64 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7：PCIe 5.0 x16 / 64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8：PCIe 5.0 x16 / 64 GB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9：PCIe 5.0 x16 / 64 GB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10：PCIe 5.0 x16 / 64 GB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11：PCIe 5.0 x16 / 64 GB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12：PCIe 5.0 x16 / 64 GB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13：PCIe 5.0 x16 / 64 GB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14：PCIe 5.0 x16 / 64 GB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mixed content — page 15：PCIe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