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notesMaster2.xml" ContentType="application/vnd.openxmlformats-officedocument.presentationml.notesMaster+xml"/>
  <Override PartName="/ppt/notesMasters/notesMaster3.xml" ContentType="application/vnd.openxmlformats-officedocument.presentationml.notesMaster+xml"/>
  <Override PartName="/ppt/notesMasters/notesMaster4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officeDocument/2006/relationships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4"/>
    <p:sldId id="258" r:id="rId6"/>
    <p:sldId id="259" r:id="rId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2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3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4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2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3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4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2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3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4 页备注：测试讲稿，数字 64 与 5.0 为专业术语。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four pages mixed notes — page 1：PCIe 5.0 x16 / 64 GB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four pages mixed notes — page 2：PCIe 5.0 x16 / 64 GB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four pages mixed notes — page 3：PCIe 5.0 x16 / 64 GB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four pages mixed notes — page 4：PCIe 5.0 x16 / 64 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-pptx">
  <a:themeElements>
    <a:clrScheme name="go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o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go-pptx</Application>
</Properties>
</file>

<file path=docProps/core.xml><?xml version="1.0" encoding="utf-8"?>
<cp:coreProperties xmlns:cp="http://schemas.openxmlformats.org/package/2006/metadata/core-properties" xmlns:dc="http://purl.org/dc/elements/1.1/">
  <dc:creator>go-pptx</dc:creator>
</cp:coreProperties>
</file>