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8：PCIe 5.0 x16 / 64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9：PCIe 5.0 x16 / 64 GB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10：PCIe 5.0 x16 / 64 GB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11：PCIe 5.0 x16 / 64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twelve pages tables entities — page 12：PCIe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